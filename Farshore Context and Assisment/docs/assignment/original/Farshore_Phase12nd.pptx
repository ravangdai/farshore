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are not Odysseus. You are the voice in his ear, and he does not always listen.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project in one slide. The flip, and why tone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twenty year target comes from the poem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plainly: the three players are guesses. Interviews are booked, not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SER-Odyssey and say slide 60. He put a model with Odysseus in the name in his own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students never check if their project can actually run. Say that you did.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7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FARSHORE</a:t>
            </a:r>
            <a:endParaRPr lang="en-US" sz="7600" dirty="0"/>
          </a:p>
        </p:txBody>
      </p:sp>
      <p:sp>
        <p:nvSpPr>
          <p:cNvPr id="4" name="Shape 1"/>
          <p:cNvSpPr/>
          <p:nvPr/>
        </p:nvSpPr>
        <p:spPr>
          <a:xfrm>
            <a:off x="896112" y="3584448"/>
            <a:ext cx="1280160" cy="20117"/>
          </a:xfrm>
          <a:prstGeom prst="rect">
            <a:avLst/>
          </a:prstGeom>
          <a:solidFill>
            <a:srgbClr val="E2C884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96112" y="3749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2C8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Odysseus took twenty years to get home.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96112" y="42062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try to get him there faster.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96112" y="5897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 4200   ·   PHASE 1   ·   BIBEK PATHAK   ·   SOLO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_st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C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AI app: it advises, you decide.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508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E2C8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Farshore: you advise, it decides.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say it changes his answer.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2960" y="3337560"/>
            <a:ext cx="731520" cy="20117"/>
          </a:xfrm>
          <a:prstGeom prst="rect">
            <a:avLst/>
          </a:prstGeom>
          <a:solidFill>
            <a:srgbClr val="E2C88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3474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"Do not open the bag."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114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LIKE AN ORDER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434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refuses. You lose nine months.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0" y="3337560"/>
            <a:ext cx="731520" cy="20117"/>
          </a:xfrm>
          <a:prstGeom prst="rect">
            <a:avLst/>
          </a:prstGeom>
          <a:solidFill>
            <a:srgbClr val="E2C88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0" y="3474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"You are almost home. Do not risk it."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4114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D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LIKE A FRIEND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4434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listens. You save time.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C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Odysseus is proud. Order him around and he says no.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_ro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C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talk. He decides. Time passes.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2860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9CB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859536" y="3108960"/>
            <a:ext cx="548640" cy="20117"/>
          </a:xfrm>
          <a:prstGeom prst="rect">
            <a:avLst/>
          </a:prstGeom>
          <a:solidFill>
            <a:srgbClr val="2A3A5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3264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appears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Sirens ahead. A stranger offers food.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22860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9CB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0" name="Shape 7"/>
          <p:cNvSpPr/>
          <p:nvPr/>
        </p:nvSpPr>
        <p:spPr>
          <a:xfrm>
            <a:off x="3648456" y="3108960"/>
            <a:ext cx="548640" cy="20117"/>
          </a:xfrm>
          <a:prstGeom prst="rect">
            <a:avLst/>
          </a:prstGeom>
          <a:solidFill>
            <a:srgbClr val="2A3A5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11880" y="3264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speak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36118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say what you would really say.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2860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9CB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4" name="Shape 11"/>
          <p:cNvSpPr/>
          <p:nvPr/>
        </p:nvSpPr>
        <p:spPr>
          <a:xfrm>
            <a:off x="6437376" y="3108960"/>
            <a:ext cx="548640" cy="20117"/>
          </a:xfrm>
          <a:prstGeom prst="rect">
            <a:avLst/>
          </a:prstGeom>
          <a:solidFill>
            <a:srgbClr val="2A3A5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00800" y="3264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chooses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36118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may agree. He may ignore you.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22860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2C8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18" name="Shape 15"/>
          <p:cNvSpPr/>
          <p:nvPr/>
        </p:nvSpPr>
        <p:spPr>
          <a:xfrm>
            <a:off x="9226296" y="3108960"/>
            <a:ext cx="548640" cy="20117"/>
          </a:xfrm>
          <a:prstGeom prst="rect">
            <a:avLst/>
          </a:prstGeom>
          <a:solidFill>
            <a:srgbClr val="E2C88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189720" y="3264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lost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189720" y="36118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Weeks, months, or years.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754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E2C8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6800" dirty="0"/>
          </a:p>
        </p:txBody>
      </p:sp>
      <p:sp>
        <p:nvSpPr>
          <p:cNvPr id="22" name="Text 19"/>
          <p:cNvSpPr txBox="1"/>
          <p:nvPr/>
        </p:nvSpPr>
        <p:spPr>
          <a:xfrm>
            <a:off x="2606040" y="475488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Odysseus needed twenty years. That is the score to beat.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_whi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C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DOES, AND WHO FOR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features. Three kinds of player.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057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2C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FEATURES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2377440"/>
            <a:ext cx="640080" cy="20117"/>
          </a:xfrm>
          <a:prstGeom prst="rect">
            <a:avLst/>
          </a:prstGeom>
          <a:solidFill>
            <a:srgbClr val="E2C88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260604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freely. No menus.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has a personality: pride, curiosity, loyalty.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goes up and down as you are right or wrong.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clock that runs out.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problems every game.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at the end of every time he ignored you.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2C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PLAYERS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949440" y="2377440"/>
            <a:ext cx="640080" cy="20117"/>
          </a:xfrm>
          <a:prstGeom prst="rect">
            <a:avLst/>
          </a:prstGeom>
          <a:solidFill>
            <a:srgbClr val="E2C88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49440" y="26517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Maya, 21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296265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Gamer. Wants to win fast. Will be angry if it feels unfair.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35844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Daniel, 19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389534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poem, never felt it. Not technical.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451713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Rosa, 34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949440" y="482803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trust AI. Wants to see why it said no.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56692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working alone, so features 1, 2 and 4 come first. Six interviews are booked to check the three players.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_d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C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RESEARCH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models tested. Five chosen.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C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3B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931920" y="2148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Odysseus and writes what happens.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9418320" y="2148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GB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2660904"/>
            <a:ext cx="10561320" cy="10973"/>
          </a:xfrm>
          <a:prstGeom prst="rect">
            <a:avLst/>
          </a:prstGeom>
          <a:solidFill>
            <a:srgbClr val="2A3A5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770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C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27706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my speech into text.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9418320" y="2770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GB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3282696"/>
            <a:ext cx="10561320" cy="10973"/>
          </a:xfrm>
          <a:prstGeom prst="rect">
            <a:avLst/>
          </a:prstGeom>
          <a:solidFill>
            <a:srgbClr val="2A3A5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33924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C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SER-Odyssey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931920" y="339242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feeling in my voice.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9418320" y="339242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GB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904488"/>
            <a:ext cx="10561320" cy="10973"/>
          </a:xfrm>
          <a:prstGeom prst="rect">
            <a:avLst/>
          </a:prstGeom>
          <a:solidFill>
            <a:srgbClr val="2A3A5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40142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931920" y="401421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what my advice meant.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9418320" y="401421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 GB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526280"/>
            <a:ext cx="10561320" cy="10973"/>
          </a:xfrm>
          <a:prstGeom prst="rect">
            <a:avLst/>
          </a:prstGeom>
          <a:solidFill>
            <a:srgbClr val="2A3A5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2960" y="46360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Piper / VITS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3931920" y="46360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Odysseus a voice.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9418320" y="463600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GB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22960" y="5148072"/>
            <a:ext cx="10561320" cy="10973"/>
          </a:xfrm>
          <a:prstGeom prst="rect">
            <a:avLst/>
          </a:prstGeom>
          <a:solidFill>
            <a:srgbClr val="2A3A5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22960" y="5257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bart-large-mnli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3931920" y="52578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for tone. Too slow, so not used.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9418320" y="5257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ASIDE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are from our class lecture. All free. SER-Odyssey is on lecture slide 60.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_ro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C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MY LAPTOP RUN IT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Yes. I checked the numbers.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377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C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laptop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212080" y="23774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Ultra 5, 16 GB RAM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2971800"/>
            <a:ext cx="10515600" cy="10973"/>
          </a:xfrm>
          <a:prstGeom prst="rect">
            <a:avLst/>
          </a:prstGeom>
          <a:solidFill>
            <a:srgbClr val="2A3A5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31821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C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models together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212080" y="318211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 GB. It fits.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3776472"/>
            <a:ext cx="10515600" cy="10973"/>
          </a:xfrm>
          <a:prstGeom prst="rect">
            <a:avLst/>
          </a:prstGeom>
          <a:solidFill>
            <a:srgbClr val="2A3A5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39867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C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212080" y="398678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big. I chose the 3B version instead.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2960" y="4581144"/>
            <a:ext cx="10515600" cy="10973"/>
          </a:xfrm>
          <a:prstGeom prst="rect">
            <a:avLst/>
          </a:prstGeom>
          <a:solidFill>
            <a:srgbClr val="2A3A5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47914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C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 per turn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212080" y="4791456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one second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prepare both possible answers while the player is still thinking, so there is almost no waiting.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Farshore</dc:title>
  <dc:subject>PptxGenJS Presentation</dc:subject>
  <dc:creator>Bibek Pathak</dc:creator>
  <cp:lastModifiedBy>Bibek Pathak</cp:lastModifiedBy>
  <cp:revision>1</cp:revision>
  <dcterms:created xsi:type="dcterms:W3CDTF">2026-09-15T15:55:22Z</dcterms:created>
  <dcterms:modified xsi:type="dcterms:W3CDTF">2026-09-15T15:55:22Z</dcterms:modified>
</cp:coreProperties>
</file>